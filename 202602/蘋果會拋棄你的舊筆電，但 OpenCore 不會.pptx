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07acfd5d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07acfd5d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07acfd5d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07acfd5d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07acfd5d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07acfd5d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acfd5d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07acfd5d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07acfd5d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07acfd5d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acfd5d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07acfd5d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07acfd5d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07acfd5d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07acfd5d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07acfd5d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rtania.github.io/OpenCore-Legacy-Patcher/" TargetMode="External"/><Relationship Id="rId4" Type="http://schemas.openxmlformats.org/officeDocument/2006/relationships/hyperlink" Target="https://github.com/dortania/OpenCore-Legacy-Patcher/releases" TargetMode="External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rtania.github.io/OpenCore-Legacy-Patcher/BOOT.html" TargetMode="External"/><Relationship Id="rId4" Type="http://schemas.openxmlformats.org/officeDocument/2006/relationships/hyperlink" Target="https://dortania.github.io/OpenCore-Legacy-Patcher/POST-INSTAL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蘋果會拋棄你的舊筆電，但 OpenCore 不會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2025/02/24 </a:t>
            </a:r>
            <a:r>
              <a:rPr lang="zh-TW"/>
              <a:t>開發者 Cafe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戴維廷 / Andy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為什麼會有這心得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50067"/>
          <a:stretch/>
        </p:blipFill>
        <p:spPr>
          <a:xfrm>
            <a:off x="1716300" y="1853850"/>
            <a:ext cx="5715000" cy="32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1925" y="2246025"/>
            <a:ext cx="489075" cy="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050" y="3751313"/>
            <a:ext cx="489075" cy="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7475" y="2369852"/>
            <a:ext cx="403775" cy="40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950" y="4240376"/>
            <a:ext cx="221750" cy="2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450" y="3884963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OpenCore Legacy Patcher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官方文件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https://dortania.github.io/OpenCore-Legacy-Patcher/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下載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https://github.com/dortania/OpenCore-Legacy-Patcher/releases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2950" y="1592153"/>
            <a:ext cx="2125199" cy="212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開啟 OpenCore Legacy Patcher </a:t>
            </a:r>
            <a:r>
              <a:rPr lang="zh-TW"/>
              <a:t>建立安裝隨身碟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6" title="截圖 2026-02-21 晚上10.59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75" y="2078887"/>
            <a:ext cx="4452125" cy="27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title="截圖 2026-02-21 晚上11.00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78863"/>
            <a:ext cx="4452125" cy="27701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585017" y="3418875"/>
            <a:ext cx="1716900" cy="577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939625" y="3107842"/>
            <a:ext cx="1716900" cy="20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下載作業系統版本</a:t>
            </a:r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7" title="截圖 2026-02-21 晚上11.0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975" y="2078875"/>
            <a:ext cx="3764020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title="截圖 2026-02-21 晚上11.02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3" y="2078876"/>
            <a:ext cx="3992582" cy="306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2469200" y="3897497"/>
            <a:ext cx="1025700" cy="243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建立安裝隨身碟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 title="截圖 2026-02-21 晚上11.35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8874"/>
            <a:ext cx="3302063" cy="30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截圖 2026-02-21 晚上11.36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750" y="2515950"/>
            <a:ext cx="3241149" cy="18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title="截圖 2026-02-21 晚上11.36.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5600" y="2515950"/>
            <a:ext cx="2818402" cy="18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建立安裝隨身碟完成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9" title="截圖 2026-02-21 晚上11.36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78874"/>
            <a:ext cx="3285419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截圖 2026-02-22 凌晨12.13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6175" y="2078875"/>
            <a:ext cx="3131980" cy="30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安裝作業系統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0" title="截圖 2026-02-22 凌晨12.13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0700" y="2078875"/>
            <a:ext cx="3423545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截圖 2026-02-22 凌晨12.14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5163" y="2124450"/>
            <a:ext cx="4097270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截圖 2026-02-22 凌晨12.14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2300" y="2078875"/>
            <a:ext cx="3035675" cy="28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後續動作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安裝後重開機使用隨身碟繼續（Booting OpenCore and macOS）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https://dortania.github.io/OpenCore-Legacy-Patcher/BOOT.html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全部安裝完成後，到設定頁關閉啟動選擇器（Booting without USB drive）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https://dortania.github.io/OpenCore-Legacy-Patcher/POST-INSTALL.html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